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39.png"/><Relationship Id="rId7" Type="http://schemas.openxmlformats.org/officeDocument/2006/relationships/image" Target="../media/image1.png"/><Relationship Id="rId8" Type="http://schemas.openxmlformats.org/officeDocument/2006/relationships/image" Target="../media/image3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9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40.png"/><Relationship Id="rId7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1520"/>
          </a:solidFill>
          <a:ln cap="flat" cmpd="sng" w="12700">
            <a:solidFill>
              <a:srgbClr val="0A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349240" y="548640"/>
            <a:ext cx="1005840" cy="1005840"/>
          </a:xfrm>
          <a:prstGeom prst="ellipse">
            <a:avLst/>
          </a:prstGeom>
          <a:solidFill>
            <a:srgbClr val="1565C0"/>
          </a:solidFill>
          <a:ln cap="flat" cmpd="sng" w="254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9552" y="758952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320040" y="64008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BlueLineOps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20040" y="16002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Agentic AI for Logistics Operations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20040" y="2148840"/>
            <a:ext cx="4206240" cy="36576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20040" y="2286000"/>
            <a:ext cx="45720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USTRANSCOM Commercial Solutions Opening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Solicitation: HTC71126SCSO1  |  AoI-902: Logistics Optimization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Presented by: Alexander Aguilar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Sole Proprietor · Full-Stack Developer · Operations Technologist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xpertmarxman@gmail.com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myportfolio-psi-tawny.vercel.app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April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212080" y="1691640"/>
            <a:ext cx="3566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Phase I Award Range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$500K – $5M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Submission Type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CSO White Paper + PPT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Deadline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Rolling (Open to 2036)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200" y="24688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09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2240280" y="91440"/>
            <a:ext cx="6492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Operational Exception Management Gap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240280" y="47548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Why current logistics systems fail under pressure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11480" y="777240"/>
            <a:ext cx="265176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11480" y="777240"/>
            <a:ext cx="2651760" cy="32004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11480" y="1097280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70%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11480" y="1755648"/>
            <a:ext cx="26517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of warehouse disruptions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caused by undetected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operational exceptions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246120" y="777240"/>
            <a:ext cx="265176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246120" y="777240"/>
            <a:ext cx="2651760" cy="32004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246120" y="1097280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4–8 hrs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246120" y="1755648"/>
            <a:ext cx="26517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average resolution 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for critical fulfillment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exceptions (human-led)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080760" y="777240"/>
            <a:ext cx="265176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080760" y="777240"/>
            <a:ext cx="2651760" cy="32004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080760" y="1097280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$250B+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080760" y="1755648"/>
            <a:ext cx="26517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U.S. 3PL market with 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AI-native fault management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solution available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11480" y="2743200"/>
            <a:ext cx="8321040" cy="205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11480" y="2743200"/>
            <a:ext cx="54864" cy="20574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94360" y="278892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Current State — The Pain Points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58368" y="3090672"/>
            <a:ext cx="8092440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Rules-based WMS platforms generate alerts but cannot autonomously diagnose cause or initiate resolution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Human supervisors serve as the sole exception management layer — unscalable, error-prone under surge conditions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USTRANSCOM's global distribution network faces compounding exceptions with no intelligent triage layer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Knowledge locked in experienced dispatchers creates single points of failure during personnel turnover or surge ops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57200" y="24688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09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2240280" y="91440"/>
            <a:ext cx="6492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BlueLineOps — Autonomous Operations Intelligence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240280" y="47548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LLM-powered agentic system for distributed logistics environments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566160" y="1371600"/>
            <a:ext cx="2011680" cy="1508760"/>
          </a:xfrm>
          <a:prstGeom prst="ellipse">
            <a:avLst/>
          </a:prstGeom>
          <a:solidFill>
            <a:srgbClr val="0D1B2A"/>
          </a:solidFill>
          <a:ln cap="flat" cmpd="sng" w="3175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928" y="15087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3566160" y="210312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BlueLineOps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Core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57200" y="1417320"/>
            <a:ext cx="1371600" cy="1005840"/>
          </a:xfrm>
          <a:prstGeom prst="ellipse">
            <a:avLst/>
          </a:prstGeom>
          <a:solidFill>
            <a:srgbClr val="1565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49047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/>
          <p:nvPr/>
        </p:nvSpPr>
        <p:spPr>
          <a:xfrm>
            <a:off x="457200" y="194767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Inbound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Receiving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508760" y="3200400"/>
            <a:ext cx="1371600" cy="1005840"/>
          </a:xfrm>
          <a:prstGeom prst="ellipse">
            <a:avLst/>
          </a:prstGeom>
          <a:solidFill>
            <a:srgbClr val="1565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65960" y="327355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1508760" y="373075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Outbound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Fulfillment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663440" y="3291840"/>
            <a:ext cx="1371600" cy="1005840"/>
          </a:xfrm>
          <a:prstGeom prst="ellipse">
            <a:avLst/>
          </a:prstGeom>
          <a:solidFill>
            <a:srgbClr val="1E88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0640" y="33649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/>
          <p:nvPr/>
        </p:nvSpPr>
        <p:spPr>
          <a:xfrm>
            <a:off x="4663440" y="382219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217920" y="1371600"/>
            <a:ext cx="1371600" cy="1005840"/>
          </a:xfrm>
          <a:prstGeom prst="ellipse">
            <a:avLst/>
          </a:prstGeom>
          <a:solidFill>
            <a:srgbClr val="C6282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5120" y="144475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6217920" y="190195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Exception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114800" y="640080"/>
            <a:ext cx="1371600" cy="1005840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0" y="71323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4114800" y="117043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Enforcement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818120" y="749808"/>
            <a:ext cx="1051560" cy="4069080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7818120" y="80467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882128" y="1325880"/>
            <a:ext cx="256032" cy="256032"/>
          </a:xfrm>
          <a:prstGeom prst="ellipse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8183880" y="129844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Autonomous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882128" y="2020824"/>
            <a:ext cx="256032" cy="256032"/>
          </a:xfrm>
          <a:prstGeom prst="ellipse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183880" y="1993392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Real-time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resolution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7882128" y="2715768"/>
            <a:ext cx="256032" cy="256032"/>
          </a:xfrm>
          <a:prstGeom prst="ellipse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8183880" y="2688336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REST API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882128" y="3410712"/>
            <a:ext cx="256032" cy="256032"/>
          </a:xfrm>
          <a:prstGeom prst="ellipse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8183880" y="338328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SOP-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enforced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7882128" y="4105656"/>
            <a:ext cx="256032" cy="256032"/>
          </a:xfrm>
          <a:prstGeom prst="ellipse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8183880" y="407822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Multi-node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scalable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57200" y="24688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TECHNICAL APPROACH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09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6"/>
          <p:cNvSpPr/>
          <p:nvPr/>
        </p:nvSpPr>
        <p:spPr>
          <a:xfrm>
            <a:off x="2240280" y="91440"/>
            <a:ext cx="6492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Multi-Agent LLM 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2240280" y="47548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Domain-constrained agents with shared operational state graph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11480" y="749808"/>
            <a:ext cx="832104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11480" y="749808"/>
            <a:ext cx="50292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" y="9966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"/>
          <p:cNvSpPr/>
          <p:nvPr/>
        </p:nvSpPr>
        <p:spPr>
          <a:xfrm>
            <a:off x="1005840" y="82296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Data Ingestion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005840" y="109728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Connects via REST API to existing WMS/ERP. No replacement of incumbent systems required. Ingests real-time event streams: receiving scans, pick rates, exception flags, labor status.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11480" y="1801368"/>
            <a:ext cx="832104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11480" y="1801368"/>
            <a:ext cx="502920" cy="9601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632" y="204825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1005840" y="187452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Constraint Engine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005840" y="214884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SOP enforcement module that bounds all agent decisions within operational rules, safety protocols, and escalation thresholds. Prevents hallucination-driven actions.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11480" y="2852928"/>
            <a:ext cx="832104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11480" y="2852928"/>
            <a:ext cx="502920" cy="960120"/>
          </a:xfrm>
          <a:prstGeom prst="rect">
            <a:avLst/>
          </a:prstGeom>
          <a:solidFill>
            <a:srgbClr val="1E88E5"/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632" y="309981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/>
          <p:nvPr/>
        </p:nvSpPr>
        <p:spPr>
          <a:xfrm>
            <a:off x="1005840" y="292608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Specialist Agent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005840" y="320040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Four domain agents (Inbound, Outbound, Labor, Exception) operate in parallel on a shared state graph. Each agent applies RAG over the ops knowledge base before acting.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11480" y="3904488"/>
            <a:ext cx="832104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11480" y="3904488"/>
            <a:ext cx="502920" cy="96012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4632" y="415137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1005840" y="39776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Resolution &amp; Escalation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005840" y="425196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Automated resolutions executed directly. Unresolvable exceptions escalated to human with full diagnostic context, reducing mean time-to-resolution by target 60%+.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57200" y="24688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MISSION ALIGNMENT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09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2240280" y="91440"/>
            <a:ext cx="6492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 Alignment to USTRANSCOM AoI-902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2240280" y="47548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Every CSO objective addressed — point by point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502920" y="74980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USTRANSCOM AoI-902 Requirement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754880" y="74980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BlueLineOps 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8412480" y="749808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11480" y="1115568"/>
            <a:ext cx="832104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502920" y="1161288"/>
            <a:ext cx="4069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Optimize transportation &amp; logistics operations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26280" y="1115568"/>
            <a:ext cx="36576" cy="82296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617720" y="1161288"/>
            <a:ext cx="36393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Autonomous workflow optimization reduces manual coordination overhead across distributed distribution nodes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0768" y="137160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411480" y="2011680"/>
            <a:ext cx="8321040" cy="822960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502920" y="2057400"/>
            <a:ext cx="4069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Improve supply chain resilience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526280" y="2011680"/>
            <a:ext cx="36576" cy="82296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617720" y="2057400"/>
            <a:ext cx="36393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Real-time exception detection and autonomous resolution prevent cascading failures during surge conditions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0768" y="22677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411480" y="2907792"/>
            <a:ext cx="832104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502920" y="2953512"/>
            <a:ext cx="4069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Enhance global distribution capabilities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526280" y="2907792"/>
            <a:ext cx="36576" cy="82296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4617720" y="2953512"/>
            <a:ext cx="36393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Multi-agent architecture scales horizontally — one deployment covers unlimited geographically distributed nodes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0768" y="31638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/>
          <p:nvPr/>
        </p:nvSpPr>
        <p:spPr>
          <a:xfrm>
            <a:off x="411480" y="3803904"/>
            <a:ext cx="8321040" cy="822960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502920" y="3849624"/>
            <a:ext cx="4069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Unique approaches not currently utilized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526280" y="3803904"/>
            <a:ext cx="36576" cy="82296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617720" y="3849624"/>
            <a:ext cx="36393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No existing DoD or commercial platform combines LLM-native decision-making with operational SOP enforcement at this scope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0768" y="4059936"/>
            <a:ext cx="310896" cy="310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457200" y="24688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COMPETITIVE ANALYSIS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09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2240280" y="91440"/>
            <a:ext cx="6492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Existing Platforms Don't Solve This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2240280" y="47548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The gap BlueLineOps is built to fill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11480" y="749808"/>
            <a:ext cx="2651760" cy="4041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11480" y="749808"/>
            <a:ext cx="2651760" cy="475488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411480" y="749808"/>
            <a:ext cx="2651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Traditional WMS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(SAP, Manhattan)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2984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8"/>
          <p:cNvSpPr/>
          <p:nvPr/>
        </p:nvSpPr>
        <p:spPr>
          <a:xfrm>
            <a:off x="868680" y="128016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Rules-based only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9568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/>
          <p:nvPr/>
        </p:nvSpPr>
        <p:spPr>
          <a:xfrm>
            <a:off x="868680" y="193852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autonomous response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615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868680" y="2596896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Brittle to novel exceptions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" name="Google Shape;1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2735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868680" y="3255264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Requires human for every decision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1" name="Google Shape;18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9319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/>
          <p:nvPr/>
        </p:nvSpPr>
        <p:spPr>
          <a:xfrm>
            <a:off x="868680" y="391363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Not AI-native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3246120" y="749808"/>
            <a:ext cx="2651760" cy="4041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246120" y="749808"/>
            <a:ext cx="2651760" cy="475488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3246120" y="749808"/>
            <a:ext cx="2651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General LLMs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(ChatGPT, etc.)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6" name="Google Shape;18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12984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/>
          <p:nvPr/>
        </p:nvSpPr>
        <p:spPr>
          <a:xfrm>
            <a:off x="3703320" y="128016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ops domain training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" name="Google Shape;18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19568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/>
          <p:nvPr/>
        </p:nvSpPr>
        <p:spPr>
          <a:xfrm>
            <a:off x="3703320" y="193852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SOP enforcement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2615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/>
          <p:nvPr/>
        </p:nvSpPr>
        <p:spPr>
          <a:xfrm>
            <a:off x="3703320" y="2596896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Hallucination risk in critical ops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2" name="Google Shape;19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32735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/>
          <p:nvPr/>
        </p:nvSpPr>
        <p:spPr>
          <a:xfrm>
            <a:off x="3703320" y="3255264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WMS integration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39319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/>
          <p:nvPr/>
        </p:nvSpPr>
        <p:spPr>
          <a:xfrm>
            <a:off x="3703320" y="391363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Not built for real-time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6080760" y="749808"/>
            <a:ext cx="2651760" cy="4041648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6080760" y="749808"/>
            <a:ext cx="2651760" cy="475488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6080760" y="749808"/>
            <a:ext cx="2651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BlueLineOps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9" name="Google Shape;19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0" y="12984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/>
          <p:nvPr/>
        </p:nvSpPr>
        <p:spPr>
          <a:xfrm>
            <a:off x="6537960" y="128016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Domain-trained agents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1" name="Google Shape;20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0" y="19568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/>
          <p:nvPr/>
        </p:nvSpPr>
        <p:spPr>
          <a:xfrm>
            <a:off x="6537960" y="193852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SOP-constrained decisions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" name="Google Shape;20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0" y="2615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6537960" y="2596896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Real-time autonomous resolution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0" y="32735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/>
          <p:nvPr/>
        </p:nvSpPr>
        <p:spPr>
          <a:xfrm>
            <a:off x="6537960" y="3255264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REST API WMS integration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0" y="39319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6537960" y="391363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Built by ops practitioners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BlueLineOps is the only solution combining LLM-native decision-making, operational SOP enforcement, and domain expertise from the ops floor.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457200" y="24688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PHASE I R&amp;D PLAN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09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/>
          <p:nvPr/>
        </p:nvSpPr>
        <p:spPr>
          <a:xfrm>
            <a:off x="2240280" y="91440"/>
            <a:ext cx="6492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I — 6-Month R&amp;D Plan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2240280" y="47548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Prototype and benchmark deliverables against USTRANSCOM-analogous scenarios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11480" y="749808"/>
            <a:ext cx="2011680" cy="4041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11480" y="749808"/>
            <a:ext cx="2011680" cy="43891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411480" y="74980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Mo 1–2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11480" y="95097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Domain Corpus &amp; Fault Taxonomy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02920" y="1261872"/>
            <a:ext cx="18288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Build ops fault taxonomy (analogous to space systems fault trees). Collect and clean fulfillment operations training corpus. Establish simulated USTRANSCOM logistics environment.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2423160" y="2697480"/>
            <a:ext cx="164592" cy="36576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2587752" y="749808"/>
            <a:ext cx="2011680" cy="4041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2587752" y="749808"/>
            <a:ext cx="2011680" cy="43891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2587752" y="74980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Mo 2–3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2587752" y="95097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Architecture Development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2679192" y="1261872"/>
            <a:ext cx="18288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Implement multi-agent LLM framework with constraint engine. Integrate RAG over ops knowledge base. Build REST API connector layer for WMS integration.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599432" y="2697480"/>
            <a:ext cx="164592" cy="36576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4764024" y="749808"/>
            <a:ext cx="2011680" cy="4041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764024" y="749808"/>
            <a:ext cx="2011680" cy="438912"/>
          </a:xfrm>
          <a:prstGeom prst="rect">
            <a:avLst/>
          </a:prstGeom>
          <a:solidFill>
            <a:srgbClr val="1E88E5"/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4764024" y="74980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Mo 4–5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764024" y="95097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Benchmark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855464" y="1261872"/>
            <a:ext cx="18288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Deploy prototype against 500+ simulated exception scenarios. Measure detection accuracy, resolution time, false-positive rate vs. human baseline. Target: &gt;80% detection accuracy.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775704" y="2697480"/>
            <a:ext cx="164592" cy="36576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6940296" y="749808"/>
            <a:ext cx="2011680" cy="4041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6940296" y="749808"/>
            <a:ext cx="2011680" cy="438912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6940296" y="74980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Mo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940296" y="95097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Deliverables &amp; Phase II Proposal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7031736" y="1261872"/>
            <a:ext cx="18288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Final technical report. Benchmark dataset (public). Working software prototype. Phase II proposal. 2 Letters of Intent from pilot customers.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457200" y="24688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COMMERCIALIZATION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09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0"/>
          <p:cNvSpPr/>
          <p:nvPr/>
        </p:nvSpPr>
        <p:spPr>
          <a:xfrm>
            <a:off x="2240280" y="91440"/>
            <a:ext cx="6492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I → II → III Transition Path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2240280" y="47548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Non-dilutive path to federal contracts via SBIR Phase III sole-source authority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57200" y="1645920"/>
            <a:ext cx="8229600" cy="5486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1143000" y="1499616"/>
            <a:ext cx="347472" cy="347472"/>
          </a:xfrm>
          <a:prstGeom prst="ellipse">
            <a:avLst/>
          </a:prstGeom>
          <a:solidFill>
            <a:srgbClr val="0D1B2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411480" y="1956816"/>
            <a:ext cx="2606040" cy="3246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411480" y="1956816"/>
            <a:ext cx="2606040" cy="47548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411480" y="1956816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11480" y="2212848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0–6 months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502920" y="2487168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Award: $500K–$5M (CSO)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21208" y="2743200"/>
            <a:ext cx="2386584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Working prototype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Benchmark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Technical report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LOIs from pilots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3931920" y="1499616"/>
            <a:ext cx="347472" cy="347472"/>
          </a:xfrm>
          <a:prstGeom prst="ellipse">
            <a:avLst/>
          </a:prstGeom>
          <a:solidFill>
            <a:srgbClr val="1565C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3200400" y="1956816"/>
            <a:ext cx="2606040" cy="3246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3200400" y="1956816"/>
            <a:ext cx="2606040" cy="47548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3200400" y="1956816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II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3200400" y="2212848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6–18 months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3291840" y="2487168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Award: Non-SBIR commercial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3310128" y="2743200"/>
            <a:ext cx="2386584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Production platform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2–3 paying pilots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WMS integrations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Phase III prep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6720840" y="1499616"/>
            <a:ext cx="347472" cy="347472"/>
          </a:xfrm>
          <a:prstGeom prst="ellipse">
            <a:avLst/>
          </a:prstGeom>
          <a:solidFill>
            <a:srgbClr val="2E7D3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5989320" y="1956816"/>
            <a:ext cx="2606040" cy="3246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5989320" y="1956816"/>
            <a:ext cx="2606040" cy="475488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5989320" y="1956816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III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989320" y="2212848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18–36 months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6080760" y="2487168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Award: Sole-source contract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6099048" y="2743200"/>
            <a:ext cx="2386584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USTRANSCOM nodes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competitive bid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Unlimited contract $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SaaS licensing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457200" y="24688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PI QUALIFICATIONS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5" name="Google Shape;28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09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1"/>
          <p:cNvSpPr/>
          <p:nvPr/>
        </p:nvSpPr>
        <p:spPr>
          <a:xfrm>
            <a:off x="2240280" y="91440"/>
            <a:ext cx="6492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Principal Investigator — Alexander Aguilar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2240280" y="47548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Rare dual expertise: operations floor + full-stack AI development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11480" y="749808"/>
            <a:ext cx="4114800" cy="4041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411480" y="749808"/>
            <a:ext cx="54864" cy="4041648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1463040" y="914400"/>
            <a:ext cx="1097280" cy="1097280"/>
          </a:xfrm>
          <a:prstGeom prst="ellipse">
            <a:avLst/>
          </a:prstGeom>
          <a:solidFill>
            <a:srgbClr val="0D1B2A"/>
          </a:solidFill>
          <a:ln cap="flat" cmpd="sng" w="254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9072" y="1115568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1"/>
          <p:cNvSpPr/>
          <p:nvPr/>
        </p:nvSpPr>
        <p:spPr>
          <a:xfrm>
            <a:off x="594360" y="2084832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Alexander Aguilar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594360" y="2423160"/>
            <a:ext cx="3794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Sole Proprietor · Full-Stack Developer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Operations Technologist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594360" y="2926080"/>
            <a:ext cx="3749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10+ years warehouse &amp; fulfillment operations leadership with hands-on experience managing large-scale distribution centers. Full-stack developer (React, Node.js, TypeScript, PostgreSQL, AWS). Active AI/LLM researcher and evaluator across Outlier, Alignerr, and Mercor platforms. Unique practitioner background validates both the technical approach and the market need.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4663440" y="749808"/>
            <a:ext cx="4069080" cy="4041648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4754880" y="886968"/>
            <a:ext cx="914400" cy="457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4754880" y="88696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5742432" y="88696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React · Node.js · TypeScript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PostgreSQL · AWS · REST APIs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754880" y="1527048"/>
            <a:ext cx="914400" cy="457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4754880" y="15270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Domain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5742432" y="152704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Warehouse Operations · Fulfillment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Supply Chain · Logistics Management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4754880" y="2167128"/>
            <a:ext cx="914400" cy="457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4754880" y="216712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AI/ML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5742432" y="216712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LLM Evaluation · Prompt Engineering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Agentic Systems · RAG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754880" y="2807208"/>
            <a:ext cx="914400" cy="457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4754880" y="280720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Portfolio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5742432" y="28072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myportfolio-psi-tawny.vercel.app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754880" y="3447288"/>
            <a:ext cx="914400" cy="457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4754880" y="344728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5742432" y="344728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github.com/alex-sysdev-dev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4754880" y="4087368"/>
            <a:ext cx="914400" cy="457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4754880" y="408736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5742432" y="408736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xpertmarxman@gmail.com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457200" y="24688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BUDGET OVERVIEW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2" name="Google Shape;32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09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2"/>
          <p:cNvSpPr/>
          <p:nvPr/>
        </p:nvSpPr>
        <p:spPr>
          <a:xfrm>
            <a:off x="2240280" y="91440"/>
            <a:ext cx="6492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I Budget Estimate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2240280" y="47548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6-month prototype and benchmark — sole proprietor execution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411480" y="777240"/>
            <a:ext cx="832104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502920" y="77724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Budget Category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2606040" y="777240"/>
            <a:ext cx="4892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7589520" y="777240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411480" y="1143000"/>
            <a:ext cx="832104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502920" y="114300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PI Labor (Alex Aguilar)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2606040" y="1143000"/>
            <a:ext cx="4892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960 hrs @ $125/hr — R&amp;D, development,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7589520" y="1143000"/>
            <a:ext cx="1143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$120,000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411480" y="1673352"/>
            <a:ext cx="8321040" cy="475488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502920" y="1673352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Cloud Infrastructure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2606040" y="1673352"/>
            <a:ext cx="4892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AWS compute for LLM inference, vector DB, simulation environment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7589520" y="1673352"/>
            <a:ext cx="1143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$18,000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411480" y="2203704"/>
            <a:ext cx="832104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502920" y="2203704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Data &amp; Licensing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2606040" y="2203704"/>
            <a:ext cx="4892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Ops corpus licensing, LLM API calls, benchmark tooling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7589520" y="2203704"/>
            <a:ext cx="1143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$12,000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411480" y="2734056"/>
            <a:ext cx="8321040" cy="475488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502920" y="2734056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2606040" y="2734056"/>
            <a:ext cx="4892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Development workstation upgrade for on-device model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7589520" y="2734056"/>
            <a:ext cx="1143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$8,000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11480" y="3264408"/>
            <a:ext cx="832104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502920" y="3264408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Indirect / Overhead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2606040" y="3264408"/>
            <a:ext cx="4892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Sole proprietor overhead (10% of direct)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7589520" y="3264408"/>
            <a:ext cx="1143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$15,800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411480" y="3794760"/>
            <a:ext cx="8321040" cy="475488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"/>
          <p:cNvSpPr/>
          <p:nvPr/>
        </p:nvSpPr>
        <p:spPr>
          <a:xfrm>
            <a:off x="502920" y="379476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Profit / Fee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2606040" y="3794760"/>
            <a:ext cx="4892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7% of direct costs (per SBIR/CSO guidelines)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7589520" y="3794760"/>
            <a:ext cx="1143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$11,060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411480" y="4325112"/>
            <a:ext cx="8321040" cy="43891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502920" y="4325112"/>
            <a:ext cx="6903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PHASE I 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7406640" y="4325112"/>
            <a:ext cx="1234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$184,860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Well within USTRANSCOM CSO Phase I range of $500K–$5M. Budget sized for proof-of-concept with clear Phase II scaling path.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1520"/>
          </a:solidFill>
          <a:ln cap="flat" cmpd="sng" w="12700">
            <a:solidFill>
              <a:srgbClr val="0A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320040" y="548640"/>
            <a:ext cx="4572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Ready to Bring AI to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USSTRANSCOM Logistics.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320040" y="2011680"/>
            <a:ext cx="4206240" cy="36576"/>
          </a:xfrm>
          <a:prstGeom prst="rect">
            <a:avLst/>
          </a:prstGeom>
          <a:solidFill>
            <a:srgbClr val="F9A825"/>
          </a:solidFill>
          <a:ln cap="flat" cmpd="sng" w="12700">
            <a:solidFill>
              <a:srgbClr val="F9A8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320040" y="2176272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Submit CSO white paper + this briefing via SAM.gov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9A825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Solicitation: HTC71126SCSO1 (AoI-902)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Request a technical Q&amp;A call with USTRANSCOM POC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Identify 1–2 Phase I pilot logistics scenarios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5212080" y="65836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PI / Point of Contact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5212080" y="85039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Alexander Aguilar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5212080" y="128016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5212080" y="147218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xpertmarxman@gmail.com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5212080" y="190195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Portfolio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5212080" y="209397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myportfolio-psi-tawny.vercel.app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5212080" y="2523744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5212080" y="271576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github.com/alex-sysdev-dev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5212080" y="314553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USTRANSCOM CSO #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5212080" y="333756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HTC71126SCSO1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5212080" y="376732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AoI Target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5212080" y="395935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AoI-902: Logistics Optimization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5212080" y="438912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USTRANSCOM Contact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5212080" y="458114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transcom.scott.tcaq.mbx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.tcaq-ds@mail.mil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